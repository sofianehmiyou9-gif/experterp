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ExpertERPHub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F37"/>
                </a:solidFill>
              </a:defRPr>
            </a:pPr>
            <a:r>
              <a:t>La plateforme premium de staffing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2026 -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ESN et cabinets ERP manquent de consultants qualifiés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1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Processus de recrutement lent et fragmenté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Pas de pool centralisé de ressources vérifiées B2B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Difficulté à accéder aux talents en dehors de son réseau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Coûts élevés de sourcing et d'évaluation des candidats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Notre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7680960" cy="822960"/>
          </a:xfrm>
          <a:prstGeom prst="round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74980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Plateforme B2B qui connecte entreprises partenaires avec consultants ERP vérifiés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Pool de freelances ERP disponibles immédiatement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Accès aux ressources des firmes partenaires (B2B privé)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Profils vérifiés et filtrés par module ERP &amp; certifications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Mise en relation directe et rapide via messagerie sécurisée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Comment Ça Marche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1371600"/>
            <a:ext cx="548640" cy="548640"/>
          </a:xfrm>
          <a:prstGeom prst="ellipse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Inscription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Créez un compte entreprise en 2 min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1645920"/>
            <a:ext cx="731520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206240" y="1371600"/>
            <a:ext cx="548640" cy="548640"/>
          </a:xfrm>
          <a:prstGeom prst="ellipse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371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031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Recherche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603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Filtrez par compétences, modules, TJM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20640" y="1645920"/>
            <a:ext cx="731520" cy="0"/>
          </a:xfrm>
          <a:prstGeom prst="line">
            <a:avLst/>
          </a:prstGeom>
          <a:ln w="2540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949440" y="1371600"/>
            <a:ext cx="548640" cy="548640"/>
          </a:xfrm>
          <a:prstGeom prst="ellipse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3716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B2A4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031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Messagerie directe &amp; mise en relation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Pour les Entreprises Partenaires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005840"/>
            <a:ext cx="18288" cy="393192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Avantages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2A4A"/>
                </a:solidFill>
              </a:defRPr>
            </a:pPr>
            <a:r>
              <a:t>• Accès au pool B2B complet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2A4A"/>
                </a:solidFill>
              </a:defRPr>
            </a:pPr>
            <a:r>
              <a:t>• Import en lot de ressources (Excel)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2A4A"/>
                </a:solidFill>
              </a:defRPr>
            </a:pPr>
            <a:r>
              <a:t>• Visibilité contrôlée de vos consultants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2A4A"/>
                </a:solidFill>
              </a:defRPr>
            </a:pPr>
            <a:r>
              <a:t>• Gestion d'équipe &amp; profils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2A4A"/>
                </a:solidFill>
              </a:defRPr>
            </a:pPr>
            <a:r>
              <a:t>• Support dédié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Quoi de plus?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2A4A"/>
                </a:solidFill>
              </a:defRPr>
            </a:pPr>
            <a:r>
              <a:t>• Pas de frais d'inscription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2A4A"/>
                </a:solidFill>
              </a:defRPr>
            </a:pPr>
            <a:r>
              <a:t>• Transparence tarifaire (TJM public)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2A4A"/>
                </a:solidFill>
              </a:defRPr>
            </a:pPr>
            <a:r>
              <a:t>• Vérification des profiles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154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2A4A"/>
                </a:solidFill>
              </a:defRPr>
            </a:pPr>
            <a:r>
              <a:t>• Historique des contacts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B2A4A"/>
                </a:solidFill>
              </a:defRPr>
            </a:pPr>
            <a:r>
              <a:t>• Dashboard analytique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Pool de Compétences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828800" cy="45720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SAP S/4HANA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188720"/>
            <a:ext cx="1828800" cy="45720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18872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Oracle Cloud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1828800" cy="45720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18872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Dynamics 365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188720"/>
            <a:ext cx="1828800" cy="45720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18872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Workday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1828800" cy="45720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Salesforce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920240"/>
            <a:ext cx="1828800" cy="45720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92024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NetSuite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920240"/>
            <a:ext cx="1828800" cy="45720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92024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Odoo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920240"/>
            <a:ext cx="1828800" cy="45720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92024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+ Modules : FI/CO, MM/SD, ABAP, HCM, F&amp;O, Finance, RH...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+ Certifications : SAP S/4HANA, Oracle Cloud, Workday...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Fonctionnalités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Dashboard entreprise avec vue 360 des ressources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1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Filtres avancés : modules, compétences, TJM, lieu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Profils détaillés et vérifiés de chaque consultant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Messagerie sécurisée et directe (plan payant)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Import Excel en lot de vos ressources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Visibilité contrôlée : public ou private B2B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Sécurité &amp; Conformité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Sessions signées avec token d'accès sécurisé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1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Row Level Security (RLS) Supabase par utilisateur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Données chiffrées en transit (HTTPS/TLS)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Respect RGPD : mentions légales, consentement cookies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Audit de sécurité complet réalisé (avril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Authentification multi-niveaux (email, mot de passe)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Modèle Tarifaire Simple &amp; Transparent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840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Inscription Gratuite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B2A4A"/>
                </a:solidFill>
              </a:defRPr>
            </a:pPr>
            <a:r>
              <a:t>• Accès au pool freelances</a:t>
            </a:r>
            <a:br/>
            <a:r>
              <a:t>• Voir les profils</a:t>
            </a:r>
            <a:br/>
            <a:r>
              <a:t>• Filtres avancés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3840480" cy="2926080"/>
          </a:xfrm>
          <a:prstGeom prst="round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Plan Messagerie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373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B2A4A"/>
                </a:solidFill>
              </a:defRPr>
            </a:pPr>
            <a:r>
              <a:t>+ Accès pool B2B</a:t>
            </a:r>
            <a:br/>
            <a:r>
              <a:t>+ Messagerie directe</a:t>
            </a:r>
            <a:br/>
            <a:r>
              <a:t>+ Billing Stripe intégré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4748B"/>
                </a:solidFill>
              </a:defRPr>
            </a:pPr>
            <a:r>
              <a:t>Gratuit jusqu'à 3 messages/mois. Abonnement mensuel après.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État Actuel &amp;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Entreprises pilotes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</a:defRPr>
            </a:pPr>
            <a:r>
              <a:t>10+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03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Ressources B2B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</a:defRPr>
            </a:pPr>
            <a:r>
              <a:t>12+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Freelances vérifiés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371600"/>
            <a:ext cx="1828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Uptime (Vercel)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2A4A"/>
                </a:solidFill>
              </a:defRPr>
            </a:pPr>
            <a:r>
              <a:t>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B2A4A"/>
                </a:solidFill>
              </a:defRPr>
            </a:pPr>
            <a:r>
              <a:t>Frontend: Vercel | Backend: Supabase PostgreSQL | Auth: Sessions sécurisées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Roadmap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7680960" cy="7315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7498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Q2 2026 : Intégration Stripe complète, matching IA, analytics avancés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7680960" cy="7315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39"/>
            <a:ext cx="7498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Q3 2026 : Mobile app responsive, notifications push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7680960" cy="7315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54679"/>
            <a:ext cx="74980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Q4 2026 : Partenariats stratégiques, expansion B2B Europe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Pourquoi Nous Rejoindre Maintenant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Avantage early adopter : façonnez la plateforme avec nous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1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Accès gratuit initial avant monétisation complète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Plateforme live &amp; stable, infrastructure enterprise-grade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Support dédié pour intégration et déploiement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2A4A"/>
                </a:solidFill>
              </a:defRPr>
            </a:pPr>
            <a:r>
              <a:t>Potentiel d'évaluation avantageuse lors des futurs tours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Prêt à Découvrir ExpertERPHub?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560320"/>
            <a:ext cx="3657600" cy="640080"/>
          </a:xfrm>
          <a:prstGeom prst="round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560320"/>
            <a:ext cx="3657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</a:defRPr>
            </a:pPr>
            <a:r>
              <a:t>Planifiez une Démo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B82F6"/>
                </a:solidFill>
              </a:defRPr>
            </a:pPr>
            <a:r>
              <a:t>contact@experterpbub.com</a:t>
            </a:r>
            <a:br/>
            <a:r>
              <a:t>+1 514 XXX-XXXX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ExpertERPHub - La plateforme de staffing ERP pour les professionnels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