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02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ExpertERPHub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Accélérez votre projet ERP</a:t>
            </a:r>
            <a:br/>
            <a:r>
              <a:t>sans les marges des grandes firmes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Plateforme B2B de Staff Augmentation ERP — Disponibilité temps réel,</a:t>
            </a:r>
            <a:br/>
            <a:r>
              <a:t>traçabilité complète, décisions de staffing plus rapides.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2560320" cy="41148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✓  Experts ERP validés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572000"/>
            <a:ext cx="2560320" cy="41148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✓  Disponibilité temps réel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572000"/>
            <a:ext cx="2560320" cy="41148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✓  Traçabilité ressource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8BE"/>
                </a:solidFill>
                <a:latin typeface="Calibri"/>
              </a:defRPr>
            </a:pPr>
            <a:r>
              <a:t>experterphub.com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347472"/>
          </a:xfrm>
          <a:prstGeom prst="roundRect">
            <a:avLst/>
          </a:prstGeom>
          <a:solidFill>
            <a:srgbClr val="002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91C1E"/>
                </a:solidFill>
                <a:latin typeface="Calibri"/>
              </a:defRPr>
            </a:pPr>
            <a:r>
              <a:t>Recruter un consultant ERP est lent, coûteux et opaque.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200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288E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des entreprises dépassent</a:t>
            </a:r>
            <a:br/>
            <a:r>
              <a:t>leur budget ERP à cause</a:t>
            </a:r>
            <a:br/>
            <a:r>
              <a:t>des intermédiaires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200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834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59E0B"/>
                </a:solidFill>
                <a:latin typeface="Calibri"/>
              </a:defRPr>
            </a:pPr>
            <a:r>
              <a:t>45 jours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7490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délai moyen pour trouver</a:t>
            </a:r>
            <a:br/>
            <a:r>
              <a:t>un consultant ERP qualifié</a:t>
            </a:r>
            <a:br/>
            <a:r>
              <a:t>via les canaux traditionnels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377440"/>
            <a:ext cx="3200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834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F4444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7490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de visibilité sur la</a:t>
            </a:r>
            <a:br/>
            <a:r>
              <a:t>disponibilité réelle des</a:t>
            </a:r>
            <a:br/>
            <a:r>
              <a:t>consultants sur le marché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82880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1C1E"/>
                </a:solidFill>
                <a:latin typeface="Calibri"/>
              </a:defRPr>
            </a:pPr>
            <a:r>
              <a:t>ExpertERPHub — Un dashboard unique pour le staffing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Connectez-vous directement aux meilleurs consultants ERP indépendants, sans intermédiaire.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00400" cy="32004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3108960"/>
            <a:ext cx="640080" cy="640080"/>
          </a:xfrm>
          <a:prstGeom prst="ellipse">
            <a:avLst/>
          </a:prstGeom>
          <a:solidFill>
            <a:srgbClr val="002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C1E"/>
                </a:solidFill>
                <a:latin typeface="Calibri"/>
              </a:defRPr>
            </a:pPr>
            <a:r>
              <a:t>Vitesse inégalée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De la demande à la mise en relation en moins de 48h. Fini les semaines d'attente.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200400" cy="32004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0" y="3108960"/>
            <a:ext cx="640080" cy="640080"/>
          </a:xfrm>
          <a:prstGeom prst="ellipse">
            <a:avLst/>
          </a:prstGeom>
          <a:solidFill>
            <a:srgbClr val="002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154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C1E"/>
                </a:solidFill>
                <a:latin typeface="Calibri"/>
              </a:defRPr>
            </a:pPr>
            <a:r>
              <a:t>Qualité souveraine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3891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Chaque profil est validé manuellement par notre équipe d'experts ERP.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743200"/>
            <a:ext cx="3200400" cy="32004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0" y="3108960"/>
            <a:ext cx="640080" cy="640080"/>
          </a:xfrm>
          <a:prstGeom prst="ellipse">
            <a:avLst/>
          </a:prstGeom>
          <a:solidFill>
            <a:srgbClr val="002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154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C1E"/>
                </a:solidFill>
                <a:latin typeface="Calibri"/>
              </a:defRPr>
            </a:pPr>
            <a:r>
              <a:t>100% spécialisé ERP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3891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SAP, Oracle, Workday, Dynamics, Salesforce, ServiceNow — spécialisation totale.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Comment ça marche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3 étapes simples pour staffez votre projet ERP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00400" cy="36576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58B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Publiez votre besoin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Décrivez votre projet ERP, vos exigences techniques et votre timeline. Notre plateforme identifie les meilleurs profils.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200400" cy="36576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58B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Consultez les profils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9319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Accédez aux profils validés avec disponibilité temps réel, certifications, taux journalier et expériences projets détaillées.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200400" cy="36576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58B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Contactez directement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9319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Entrez en contact avec les consultants sans intermédiaire. Négociez directement et démarrez en quelques jours.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01168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CHIFFRES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91C1E"/>
                </a:solidFill>
                <a:latin typeface="Calibri"/>
              </a:defRPr>
            </a:pPr>
            <a:r>
              <a:t>La plateforme en chiffres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468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468880" cy="45720"/>
          </a:xfrm>
          <a:prstGeom prst="rect">
            <a:avLst/>
          </a:prstGeom>
          <a:solidFill>
            <a:srgbClr val="002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88E"/>
                </a:solidFill>
                <a:latin typeface="Calibri"/>
              </a:defRPr>
            </a:pPr>
            <a:r>
              <a:t>150+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Consultants ERP validés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468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2286000"/>
            <a:ext cx="24688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606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Calibri"/>
              </a:defRPr>
            </a:pPr>
            <a:r>
              <a:t>48h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154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Mise en relation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2468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246888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06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54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Pays couverts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286000"/>
            <a:ext cx="2468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2286000"/>
            <a:ext cx="24688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606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9E0B"/>
                </a:solidFill>
                <a:latin typeface="Calibri"/>
              </a:defRPr>
            </a:pPr>
            <a:r>
              <a:t>2h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154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Première réponse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  <a:latin typeface="Calibri"/>
              </a:defRPr>
            </a:pPr>
            <a:r>
              <a:t>ERP couverts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11887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49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88E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5303520"/>
            <a:ext cx="11887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5349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88E"/>
                </a:solidFill>
                <a:latin typeface="Calibri"/>
              </a:defRPr>
            </a:pPr>
            <a:r>
              <a:t>Oracle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5303520"/>
            <a:ext cx="11887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5349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88E"/>
                </a:solidFill>
                <a:latin typeface="Calibri"/>
              </a:defRPr>
            </a:pPr>
            <a:r>
              <a:t>Workday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5303520"/>
            <a:ext cx="11887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5349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88E"/>
                </a:solidFill>
                <a:latin typeface="Calibri"/>
              </a:defRPr>
            </a:pPr>
            <a:r>
              <a:t>Dynamics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303520"/>
            <a:ext cx="11887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349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88E"/>
                </a:solidFill>
                <a:latin typeface="Calibri"/>
              </a:defRPr>
            </a:pPr>
            <a:r>
              <a:t>Salesforce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5303520"/>
            <a:ext cx="11887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5349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88E"/>
                </a:solidFill>
                <a:latin typeface="Calibri"/>
              </a:defRPr>
            </a:pPr>
            <a:r>
              <a:t>ServiceNow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5303520"/>
            <a:ext cx="11887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5349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88E"/>
                </a:solidFill>
                <a:latin typeface="Calibri"/>
              </a:defRPr>
            </a:pPr>
            <a:r>
              <a:t>NetSuite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2720" y="5303520"/>
            <a:ext cx="118872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5349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288E"/>
                </a:solidFill>
                <a:latin typeface="Calibri"/>
              </a:defRPr>
            </a:pPr>
            <a:r>
              <a:t>Odoo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91C1E"/>
                </a:solidFill>
                <a:latin typeface="Calibri"/>
              </a:defRPr>
            </a:pPr>
            <a:r>
              <a:t>Plans &amp; Tarifs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Des forfaits adaptés à chaque besoin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200400" cy="54864"/>
          </a:xfrm>
          <a:prstGeom prst="rect">
            <a:avLst/>
          </a:prstGeom>
          <a:solidFill>
            <a:srgbClr val="0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8BE"/>
                </a:solidFill>
                <a:latin typeface="Calibri"/>
              </a:defRPr>
            </a:pPr>
            <a:r>
              <a:t>Visiteur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1C1E"/>
                </a:solidFill>
                <a:latin typeface="Calibri"/>
              </a:defRPr>
            </a:pPr>
            <a:r>
              <a:t>$10-25/mois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Accès aux profils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Contact 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Messages illimités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Recherche avancée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2004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3200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Freelance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1C1E"/>
                </a:solidFill>
                <a:latin typeface="Calibri"/>
              </a:defRPr>
            </a:pPr>
            <a:r>
              <a:t>$69-99/mois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657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Profil vérifié publié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Visibilité plateforme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572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Réception demandes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Badge Expert validé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103120"/>
            <a:ext cx="32004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103120"/>
            <a:ext cx="3200400" cy="54864"/>
          </a:xfrm>
          <a:prstGeom prst="rect">
            <a:avLst/>
          </a:prstGeom>
          <a:solidFill>
            <a:srgbClr val="002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88E"/>
                </a:solidFill>
                <a:latin typeface="Calibri"/>
              </a:defRPr>
            </a:pPr>
            <a:r>
              <a:t>Entreprise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1C1E"/>
                </a:solidFill>
                <a:latin typeface="Calibri"/>
              </a:defRPr>
            </a:pPr>
            <a:r>
              <a:t>$49-349/mois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657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Gestion d'équipe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Slots consultants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572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Import ressources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✓  Dashboard complet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02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80C0"/>
                </a:solidFill>
                <a:latin typeface="Calibri"/>
              </a:defRPr>
            </a:pPr>
            <a:r>
              <a:t>POUR LES CONSULTANTS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Montrez votre expertise.</a:t>
            </a:r>
            <a:br/>
            <a:r>
              <a:t>Recevez des missions directement.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→  Profil vérifié et publié sur la plateforme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→  Réception directe de demandes d'entreprises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→  Visibilité en temps réel sur votre disponibilité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→  Badge Expert ERP validé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→  Gestion RGPD intégrée (export, suppression)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→  Dashboard personnel avec métriques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1C1E"/>
                </a:solidFill>
                <a:latin typeface="Calibri"/>
              </a:defRPr>
            </a:pPr>
            <a:r>
              <a:t>Pourquoi rejoindre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88E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commission</a:t>
            </a:r>
            <a:br/>
            <a:r>
              <a:t>sur vos 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57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88E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703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contrôle de</a:t>
            </a:r>
            <a:br/>
            <a:r>
              <a:t>votre profil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88E"/>
                </a:solidFill>
                <a:latin typeface="Calibri"/>
              </a:defRPr>
            </a:pPr>
            <a:r>
              <a:t>48h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074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pour recevoir</a:t>
            </a:r>
            <a:br/>
            <a:r>
              <a:t>vos premières demandes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743200" cy="347472"/>
          </a:xfrm>
          <a:prstGeom prst="roundRect">
            <a:avLst/>
          </a:prstGeom>
          <a:solidFill>
            <a:srgbClr val="002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POUR LES ENTREPRISES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91C1E"/>
                </a:solidFill>
                <a:latin typeface="Calibri"/>
              </a:defRPr>
            </a:pPr>
            <a:r>
              <a:t>Un tableau de bord unique pour votre staffing ERP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0040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88E"/>
                </a:solidFill>
                <a:latin typeface="Calibri"/>
              </a:defRPr>
            </a:pPr>
            <a:r>
              <a:t>Recherche avancée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Filtrez par ERP, rôle, TJM,</a:t>
            </a:r>
            <a:br/>
            <a:r>
              <a:t>disponibilité, ville, langues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0040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88E"/>
                </a:solidFill>
                <a:latin typeface="Calibri"/>
              </a:defRPr>
            </a:pPr>
            <a:r>
              <a:t>Gestion d'équipe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Owner, Manager, Viewer —</a:t>
            </a:r>
            <a:br/>
            <a:r>
              <a:t>contrôle d'accès granulaire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20040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88E"/>
                </a:solidFill>
                <a:latin typeface="Calibri"/>
              </a:defRPr>
            </a:pPr>
            <a:r>
              <a:t>Import ressources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346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CSV/Excel pour importer</a:t>
            </a:r>
            <a:br/>
            <a:r>
              <a:t>vos consultants existants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320040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88E"/>
                </a:solidFill>
                <a:latin typeface="Calibri"/>
              </a:defRPr>
            </a:pPr>
            <a:r>
              <a:t>Messages directs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Contactez les consultants</a:t>
            </a:r>
            <a:br/>
            <a:r>
              <a:t>sans intermédiaire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06240"/>
            <a:ext cx="320040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88E"/>
                </a:solidFill>
                <a:latin typeface="Calibri"/>
              </a:defRPr>
            </a:pPr>
            <a:r>
              <a:t>KPIs en temps réel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937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Taux moyen, slots restants,</a:t>
            </a:r>
            <a:br/>
            <a:r>
              <a:t>statuts de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206240"/>
            <a:ext cx="320040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88E"/>
                </a:solidFill>
                <a:latin typeface="Calibri"/>
              </a:defRPr>
            </a:pPr>
            <a:r>
              <a:t>Multi-langue FR/EN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937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Interface complète en</a:t>
            </a:r>
            <a:br/>
            <a:r>
              <a:t>français et anglais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91C1E"/>
                </a:solidFill>
                <a:latin typeface="Calibri"/>
              </a:defRPr>
            </a:pPr>
            <a:r>
              <a:t>Roadmap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200400"/>
            <a:ext cx="9601200" cy="36576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91640" y="3035808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3063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1C1E"/>
                </a:solidFill>
                <a:latin typeface="Calibri"/>
              </a:defRPr>
            </a:pPr>
            <a:r>
              <a:t>Lancement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Plateforme live</a:t>
            </a:r>
            <a:br/>
            <a:r>
              <a:t>Premiers profils</a:t>
            </a:r>
            <a:br/>
            <a:r>
              <a:t>Dashboards FR/EN</a:t>
            </a:r>
          </a:p>
        </p:txBody>
      </p:sp>
      <p:sp>
        <p:nvSpPr>
          <p:cNvPr id="9" name="Oval 8"/>
          <p:cNvSpPr/>
          <p:nvPr/>
        </p:nvSpPr>
        <p:spPr>
          <a:xfrm>
            <a:off x="4434840" y="3035808"/>
            <a:ext cx="365760" cy="365760"/>
          </a:xfrm>
          <a:prstGeom prst="ellipse">
            <a:avLst/>
          </a:prstGeom>
          <a:solidFill>
            <a:srgbClr val="0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3063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8BE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1C1E"/>
                </a:solidFill>
                <a:latin typeface="Calibri"/>
              </a:defRPr>
            </a:pPr>
            <a:r>
              <a:t>Monétisation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Intégration Stripe</a:t>
            </a:r>
            <a:br/>
            <a:r>
              <a:t>Plans d'abonnement</a:t>
            </a:r>
            <a:br/>
            <a:r>
              <a:t>Emails transactionnels</a:t>
            </a:r>
          </a:p>
        </p:txBody>
      </p:sp>
      <p:sp>
        <p:nvSpPr>
          <p:cNvPr id="14" name="Oval 13"/>
          <p:cNvSpPr/>
          <p:nvPr/>
        </p:nvSpPr>
        <p:spPr>
          <a:xfrm>
            <a:off x="7178040" y="303580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3063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1C1E"/>
                </a:solidFill>
                <a:latin typeface="Calibri"/>
              </a:defRPr>
            </a:pPr>
            <a:r>
              <a:t>Croissance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100+ consultants</a:t>
            </a:r>
            <a:br/>
            <a:r>
              <a:t>50+ entreprises</a:t>
            </a:r>
            <a:br/>
            <a:r>
              <a:t>Marketing digital</a:t>
            </a:r>
          </a:p>
        </p:txBody>
      </p:sp>
      <p:sp>
        <p:nvSpPr>
          <p:cNvPr id="19" name="Oval 18"/>
          <p:cNvSpPr/>
          <p:nvPr/>
        </p:nvSpPr>
        <p:spPr>
          <a:xfrm>
            <a:off x="9921240" y="3035808"/>
            <a:ext cx="365760" cy="365760"/>
          </a:xfrm>
          <a:prstGeom prst="ellipse">
            <a:avLst/>
          </a:prstGeom>
          <a:solidFill>
            <a:srgbClr val="002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3063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88E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1C1E"/>
                </a:solidFill>
                <a:latin typeface="Calibri"/>
              </a:defRPr>
            </a:pPr>
            <a:r>
              <a:t>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App mobile</a:t>
            </a:r>
            <a:br/>
            <a:r>
              <a:t>IA matching</a:t>
            </a:r>
            <a:br/>
            <a:r>
              <a:t>Expansion internationale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Prêt à transformer votre</a:t>
            </a:r>
            <a:br/>
            <a:r>
              <a:t>approche ERP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Rejoignez ExpertERPHub — la plateforme qui connecte directement</a:t>
            </a:r>
            <a:br/>
            <a:r>
              <a:t>les entreprises aux meilleurs consultants ERP indépendants.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114800"/>
            <a:ext cx="2743200" cy="640080"/>
          </a:xfrm>
          <a:prstGeom prst="roundRect">
            <a:avLst/>
          </a:prstGeom>
          <a:solidFill>
            <a:srgbClr val="005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133087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Je suis une entreprise 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14800"/>
            <a:ext cx="27432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133087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Je suis consultant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8BE"/>
                </a:solidFill>
                <a:latin typeface="Calibri"/>
              </a:defRPr>
            </a:pPr>
            <a:r>
              <a:t>contact@experterphub.com  |  experterphub.com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© 2026 ExpertERPHub — Tous droits réservés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